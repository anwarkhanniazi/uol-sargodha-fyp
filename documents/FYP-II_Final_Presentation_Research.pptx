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5" r:id="rId1"/>
  </p:sldMasterIdLst>
  <p:notesMasterIdLst>
    <p:notesMasterId r:id="rId13"/>
  </p:notesMasterIdLst>
  <p:handoutMasterIdLst>
    <p:handoutMasterId r:id="rId14"/>
  </p:handoutMasterIdLst>
  <p:sldIdLst>
    <p:sldId id="256" r:id="rId2"/>
    <p:sldId id="264" r:id="rId3"/>
    <p:sldId id="259" r:id="rId4"/>
    <p:sldId id="257" r:id="rId5"/>
    <p:sldId id="258" r:id="rId6"/>
    <p:sldId id="266" r:id="rId7"/>
    <p:sldId id="268" r:id="rId8"/>
    <p:sldId id="260" r:id="rId9"/>
    <p:sldId id="269" r:id="rId10"/>
    <p:sldId id="267" r:id="rId11"/>
    <p:sldId id="263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3" d="100"/>
          <a:sy n="73" d="100"/>
        </p:scale>
        <p:origin x="-2742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D6B26DC6-4263-4D57-9CE1-9A6D867655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9C889E23-D393-43A9-A821-BBE14F95A8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C15B49D-9933-4BEF-9F0E-157F67ABB56A}" type="datetime1">
              <a:rPr lang="en-US" altLang="en-US"/>
              <a:pPr>
                <a:defRPr/>
              </a:pPr>
              <a:t>7/27/2026</a:t>
            </a:fld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400800"/>
            <a:ext cx="3581400" cy="3048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4F60B88-C134-4329-ABFC-9CF2CC65589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2D0E76-42FA-4446-8316-D0469320A1F5}" type="datetime1">
              <a:rPr lang="en-US" altLang="en-US"/>
              <a:pPr>
                <a:defRPr/>
              </a:pPr>
              <a:t>7/27/2026</a:t>
            </a:fld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A393D6-1E74-4180-A58A-D9A78CFE0B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AB2749-ABD7-4317-A8E4-ED16E05682A6}" type="datetime1">
              <a:rPr lang="en-US" altLang="en-US"/>
              <a:pPr>
                <a:defRPr/>
              </a:pPr>
              <a:t>7/27/2026</a:t>
            </a:fld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673104-85B3-4739-9301-169A166E25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52600"/>
            <a:ext cx="4038600" cy="4411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4038600" cy="4411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22C3C6-EA04-4E6D-A7AD-FAA93387A5AC}" type="datetime1">
              <a:rPr lang="en-US" altLang="en-US"/>
              <a:pPr>
                <a:defRPr/>
              </a:pPr>
              <a:t>7/27/2026</a:t>
            </a:fld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AFF54F-B45E-4D77-8676-65AB9C37BC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6F71D3-2813-4675-8AB9-B879BAB9377A}" type="datetime1">
              <a:rPr lang="en-US" altLang="en-US"/>
              <a:pPr>
                <a:defRPr/>
              </a:pPr>
              <a:t>7/27/2026</a:t>
            </a:fld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05E0A1-FD81-4E6B-A838-EB466DC7F3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CD67A6-8107-4833-8AAF-A322C50C2EF1}" type="datetime1">
              <a:rPr lang="en-US" altLang="en-US"/>
              <a:pPr>
                <a:defRPr/>
              </a:pPr>
              <a:t>7/27/2026</a:t>
            </a:fld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4F2150-CC7A-4937-81BE-1B8C3437FD6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D61571-43E0-4467-8251-F854D13096ED}" type="datetime1">
              <a:rPr lang="en-US" altLang="en-US"/>
              <a:pPr>
                <a:defRPr/>
              </a:pPr>
              <a:t>7/27/2026</a:t>
            </a:fld>
            <a:endParaRPr lang="en-US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4BAAF2-2639-4749-9D1D-8868689C1B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2F6B85-911A-48C7-B70F-8BA70CAD9126}" type="datetime1">
              <a:rPr lang="en-US" altLang="en-US"/>
              <a:pPr>
                <a:defRPr/>
              </a:pPr>
              <a:t>7/27/2026</a:t>
            </a:fld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53BF6F-3BC5-490E-939A-165A7EF9BE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417040-272D-4A61-B9A8-FABA93BAE425}" type="datetime1">
              <a:rPr lang="en-US" altLang="en-US"/>
              <a:pPr>
                <a:defRPr/>
              </a:pPr>
              <a:t>7/27/2026</a:t>
            </a:fld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1DDC87-4B85-4FB6-9DA2-1E776F42CC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95139D-C1BA-4FCD-9D8B-CC67715AC8E3}" type="datetime1">
              <a:rPr lang="en-US" altLang="en-US"/>
              <a:pPr>
                <a:defRPr/>
              </a:pPr>
              <a:t>7/27/2026</a:t>
            </a:fld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4ED59C-D79A-4AE9-83B3-0E133F4F871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420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420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6D6888-F3F3-4A77-8DBB-356F25041EC9}" type="datetime1">
              <a:rPr lang="en-US" altLang="en-US"/>
              <a:pPr>
                <a:defRPr/>
              </a:pPr>
              <a:t>7/27/2026</a:t>
            </a:fld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2019D0-9B57-46FD-BFC2-E771E8483BB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52600"/>
            <a:ext cx="8229600" cy="441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/>
            </a:lvl1pPr>
          </a:lstStyle>
          <a:p>
            <a:pPr>
              <a:defRPr/>
            </a:pPr>
            <a:fld id="{09C718AE-F50C-4848-A28A-77965873BD7E}" type="datetime1">
              <a:rPr lang="en-US" altLang="en-US"/>
              <a:pPr>
                <a:defRPr/>
              </a:pPr>
              <a:t>7/27/2026</a:t>
            </a:fld>
            <a:endParaRPr lang="en-US" altLang="en-US"/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95600" y="6400800"/>
            <a:ext cx="3352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 b="1" i="1" smtClean="0"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smtClean="0"/>
            </a:lvl1pPr>
          </a:lstStyle>
          <a:p>
            <a:pPr>
              <a:defRPr/>
            </a:pPr>
            <a:fld id="{BFC5BEB9-AEDD-45F0-ADE8-F88FE9DBC41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FYP Title   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048000"/>
            <a:ext cx="6248400" cy="2362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Student Name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Registration No.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Supervisor Name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Department of Computer Sciences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1813F7C-F4C7-4F8A-91E8-949324C2962E}" type="datetime1">
              <a:rPr lang="en-US" altLang="en-US"/>
              <a:pPr/>
              <a:t>7/27/2026</a:t>
            </a:fld>
            <a:endParaRPr lang="en-US" altLang="en-US"/>
          </a:p>
        </p:txBody>
      </p:sp>
      <p:sp>
        <p:nvSpPr>
          <p:cNvPr id="5123" name="Footer Placeholder 4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/>
              <a:t>Project Title</a:t>
            </a:r>
          </a:p>
        </p:txBody>
      </p:sp>
      <p:sp>
        <p:nvSpPr>
          <p:cNvPr id="512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28D9514-71A7-47C1-AD2C-46996FBCCEA9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68912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0318" y="845112"/>
            <a:ext cx="8382000" cy="5287962"/>
          </a:xfrm>
        </p:spPr>
        <p:txBody>
          <a:bodyPr/>
          <a:lstStyle/>
          <a:p>
            <a:pPr eaLnBrk="1" hangingPunct="1"/>
            <a:r>
              <a:rPr lang="en-US" altLang="en-US" dirty="0"/>
              <a:t>Introduction</a:t>
            </a:r>
          </a:p>
          <a:p>
            <a:pPr eaLnBrk="1" hangingPunct="1"/>
            <a:r>
              <a:rPr lang="en-US" altLang="en-US" dirty="0"/>
              <a:t>Problem Statement &amp; Objectives </a:t>
            </a:r>
          </a:p>
          <a:p>
            <a:pPr eaLnBrk="1" hangingPunct="1"/>
            <a:r>
              <a:rPr lang="en-US" altLang="en-US" dirty="0"/>
              <a:t>Literature Review &amp; Research Gap</a:t>
            </a:r>
          </a:p>
          <a:p>
            <a:pPr eaLnBrk="1" hangingPunct="1"/>
            <a:r>
              <a:rPr lang="en-US" altLang="en-US" dirty="0"/>
              <a:t>Proposed Methodology</a:t>
            </a:r>
          </a:p>
          <a:p>
            <a:pPr eaLnBrk="1" hangingPunct="1"/>
            <a:r>
              <a:rPr lang="en-US" altLang="en-US" dirty="0"/>
              <a:t>Comparative Analysis</a:t>
            </a:r>
          </a:p>
          <a:p>
            <a:pPr eaLnBrk="1" hangingPunct="1"/>
            <a:r>
              <a:rPr lang="en-US" altLang="en-US" dirty="0"/>
              <a:t>Results &amp; Discussion</a:t>
            </a:r>
          </a:p>
          <a:p>
            <a:pPr eaLnBrk="1" hangingPunct="1"/>
            <a:r>
              <a:rPr lang="en-US" altLang="en-US" dirty="0"/>
              <a:t>Future work &amp; Publication</a:t>
            </a:r>
          </a:p>
          <a:p>
            <a:pPr eaLnBrk="1" hangingPunct="1"/>
            <a:r>
              <a:rPr lang="en-US" altLang="en-US" dirty="0"/>
              <a:t>References</a:t>
            </a:r>
          </a:p>
          <a:p>
            <a:pPr marL="0" indent="0" eaLnBrk="1" hangingPunct="1">
              <a:buNone/>
            </a:pPr>
            <a:endParaRPr lang="en-US" altLang="en-US" dirty="0"/>
          </a:p>
          <a:p>
            <a:pPr marL="0" indent="0" eaLnBrk="1" hangingPunct="1"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061830D-EE20-4978-8216-ACEE0C233FC2}" type="datetime1">
              <a:rPr lang="en-US" altLang="en-US"/>
              <a:pPr/>
              <a:t>7/27/2026</a:t>
            </a:fld>
            <a:endParaRPr lang="en-US" altLang="en-US"/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62D36AE-9197-4C7F-9AC9-8E58F09538E2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742950" indent="-742950" eaLnBrk="1" hangingPunct="1"/>
            <a:r>
              <a:rPr lang="en-US" altLang="en-US" dirty="0"/>
              <a:t>Introduction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2 slides maximum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400800"/>
            <a:ext cx="3352800" cy="3048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/>
              <a:t>Project Title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C24BE45-9672-4ECA-9AB2-C0AC69BFA8F6}" type="datetime1">
              <a:rPr lang="en-US" altLang="en-US"/>
              <a:pPr/>
              <a:t>7/27/2026</a:t>
            </a:fld>
            <a:endParaRPr lang="en-US" altLang="en-US"/>
          </a:p>
        </p:txBody>
      </p:sp>
      <p:sp>
        <p:nvSpPr>
          <p:cNvPr id="61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8DA8451-9D46-4F55-8AF0-68484E82EC14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Problem Statement &amp; Objectives 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1-2 slide maximum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400800"/>
            <a:ext cx="3352800" cy="3048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/>
              <a:t>Project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AC782DC-85FF-47EB-984B-4E94ACF0A85F}" type="datetime1">
              <a:rPr lang="en-US" altLang="en-US"/>
              <a:pPr/>
              <a:t>7/27/2026</a:t>
            </a:fld>
            <a:endParaRPr lang="en-US" altLang="en-US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26514D2-1ED3-4803-96E6-353A271EE996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Literature Review &amp; Research Gap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1-2 slide maximum</a:t>
            </a:r>
          </a:p>
          <a:p>
            <a:pPr eaLnBrk="1" hangingPunct="1"/>
            <a:endParaRPr lang="en-US" alt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400800"/>
            <a:ext cx="3352800" cy="3048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/>
              <a:t>Project Title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788" y="1020763"/>
            <a:ext cx="7543800" cy="1295400"/>
          </a:xfrm>
        </p:spPr>
        <p:txBody>
          <a:bodyPr/>
          <a:lstStyle/>
          <a:p>
            <a:r>
              <a:rPr lang="en-US" altLang="en-US" dirty="0"/>
              <a:t>Proposed Methodology</a:t>
            </a:r>
            <a:br>
              <a:rPr lang="en-US" altLang="en-US" dirty="0"/>
            </a:br>
            <a:br>
              <a:rPr lang="en-US" alt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2-3 slide maximum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2D0E76-42FA-4446-8316-D0469320A1F5}" type="datetime1">
              <a:rPr lang="en-US" altLang="en-US" smtClean="0"/>
              <a:pPr>
                <a:defRPr/>
              </a:pPr>
              <a:t>7/27/2026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A393D6-1E74-4180-A58A-D9A78CFE0BF6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7476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1114"/>
            <a:ext cx="7543800" cy="1295400"/>
          </a:xfrm>
        </p:spPr>
        <p:txBody>
          <a:bodyPr/>
          <a:lstStyle/>
          <a:p>
            <a:r>
              <a:rPr lang="en-US" altLang="en-US" dirty="0"/>
              <a:t>Comparative Analysis</a:t>
            </a:r>
            <a:br>
              <a:rPr lang="en-US" altLang="en-US" dirty="0"/>
            </a:br>
            <a:br>
              <a:rPr lang="en-US" alt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2-3 slide maximum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2D0E76-42FA-4446-8316-D0469320A1F5}" type="datetime1">
              <a:rPr lang="en-US" altLang="en-US" smtClean="0"/>
              <a:pPr>
                <a:defRPr/>
              </a:pPr>
              <a:t>7/27/2026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A393D6-1E74-4180-A58A-D9A78CFE0BF6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3215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85BF692-77CA-40CD-8285-FEAEA47698CF}" type="datetime1">
              <a:rPr lang="en-US" altLang="en-US"/>
              <a:pPr/>
              <a:t>7/27/2026</a:t>
            </a:fld>
            <a:endParaRPr lang="en-US" altLang="en-US"/>
          </a:p>
        </p:txBody>
      </p:sp>
      <p:sp>
        <p:nvSpPr>
          <p:cNvPr id="922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B27E715-8D8B-492C-A254-1E67DA219FDF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>
          <a:xfrm>
            <a:off x="215153" y="1062832"/>
            <a:ext cx="8534400" cy="1295400"/>
          </a:xfrm>
        </p:spPr>
        <p:txBody>
          <a:bodyPr/>
          <a:lstStyle/>
          <a:p>
            <a:pPr marL="742950" indent="-742950" eaLnBrk="1" hangingPunct="1"/>
            <a:r>
              <a:rPr lang="en-US" altLang="en-US" dirty="0"/>
              <a:t>Results &amp; Discussion</a:t>
            </a: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2 slides maximum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400800"/>
            <a:ext cx="3352800" cy="3048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/>
              <a:t>Project Title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129" y="955256"/>
            <a:ext cx="7543800" cy="1295400"/>
          </a:xfrm>
        </p:spPr>
        <p:txBody>
          <a:bodyPr/>
          <a:lstStyle/>
          <a:p>
            <a:r>
              <a:rPr lang="en-US" altLang="en-US" dirty="0"/>
              <a:t>Future work &amp; Publication</a:t>
            </a:r>
            <a:br>
              <a:rPr lang="en-US" altLang="en-US" dirty="0"/>
            </a:br>
            <a:br>
              <a:rPr lang="en-US" altLang="en-US" dirty="0"/>
            </a:br>
            <a:endParaRPr lang="en-US" b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1 slide maximum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2D0E76-42FA-4446-8316-D0469320A1F5}" type="datetime1">
              <a:rPr lang="en-US" altLang="en-US" smtClean="0"/>
              <a:pPr>
                <a:defRPr/>
              </a:pPr>
              <a:t>7/27/2026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A393D6-1E74-4180-A58A-D9A78CFE0BF6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6597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2D0E76-42FA-4446-8316-D0469320A1F5}" type="datetime1">
              <a:rPr lang="en-US" altLang="en-US" smtClean="0"/>
              <a:pPr>
                <a:defRPr/>
              </a:pPr>
              <a:t>7/27/2026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A393D6-1E74-4180-A58A-D9A78CFE0BF6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0145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76F3CA5-DC2D-4E3F-B14A-240FC5DB7204}" type="datetime1">
              <a:rPr lang="en-US" altLang="en-US"/>
              <a:pPr/>
              <a:t>7/27/2026</a:t>
            </a:fld>
            <a:endParaRPr lang="en-US" altLang="en-US" dirty="0"/>
          </a:p>
        </p:txBody>
      </p:sp>
      <p:sp>
        <p:nvSpPr>
          <p:cNvPr id="410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04B4411-C572-4DCF-B978-E5148219B588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Important Points to Follow 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Total Length of Presentation is restricted to 12 slides only. Total number of slides cannot be extended in any case.</a:t>
            </a:r>
          </a:p>
          <a:p>
            <a:pPr eaLnBrk="1" hangingPunct="1"/>
            <a:r>
              <a:rPr lang="en-US" altLang="en-US" sz="2400"/>
              <a:t>Use this slide layout and design. </a:t>
            </a:r>
          </a:p>
          <a:p>
            <a:pPr eaLnBrk="1" hangingPunct="1"/>
            <a:r>
              <a:rPr lang="en-US" altLang="en-US" sz="2400"/>
              <a:t>Use the same headings as described in this presentation. If it is absolutely necessary to use your own, use them as sub-headings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400800"/>
            <a:ext cx="3352800" cy="3048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/>
              <a:t>Project 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154</TotalTime>
  <Words>184</Words>
  <Application>Microsoft Office PowerPoint</Application>
  <PresentationFormat>On-screen Show (4:3)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Wingdings</vt:lpstr>
      <vt:lpstr>Network</vt:lpstr>
      <vt:lpstr>FYP Title   </vt:lpstr>
      <vt:lpstr>Outline</vt:lpstr>
      <vt:lpstr>Introduction</vt:lpstr>
      <vt:lpstr>Problem Statement &amp; Objectives </vt:lpstr>
      <vt:lpstr>Literature Review &amp; Research Gap</vt:lpstr>
      <vt:lpstr>Proposed Methodology  </vt:lpstr>
      <vt:lpstr>Comparative Analysis  </vt:lpstr>
      <vt:lpstr>Results &amp; Discussion  </vt:lpstr>
      <vt:lpstr>Future work &amp; Publication  </vt:lpstr>
      <vt:lpstr>References </vt:lpstr>
      <vt:lpstr>Important Points to Follow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SiDrA22</dc:creator>
  <cp:lastModifiedBy>Muhammad Noman Sohail</cp:lastModifiedBy>
  <cp:revision>35</cp:revision>
  <cp:lastPrinted>1601-01-01T00:00:00Z</cp:lastPrinted>
  <dcterms:created xsi:type="dcterms:W3CDTF">1601-01-01T00:00:00Z</dcterms:created>
  <dcterms:modified xsi:type="dcterms:W3CDTF">2026-07-27T07:52:29Z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