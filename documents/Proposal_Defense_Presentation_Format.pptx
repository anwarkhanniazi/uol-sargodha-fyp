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3" r:id="rId3"/>
    <p:sldId id="264" r:id="rId4"/>
    <p:sldId id="257" r:id="rId5"/>
    <p:sldId id="258" r:id="rId6"/>
    <p:sldId id="259" r:id="rId7"/>
    <p:sldId id="260" r:id="rId8"/>
    <p:sldId id="261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-2742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6B26DC6-4263-4D57-9CE1-9A6D867655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C889E23-D393-43A9-A821-BBE14F95A8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15B49D-9933-4BEF-9F0E-157F67ABB56A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6400800"/>
            <a:ext cx="3581400" cy="304800"/>
          </a:xfrm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4F60B88-C134-4329-ABFC-9CF2CC6558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2D0E76-42FA-4446-8316-D0469320A1F5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A393D6-1E74-4180-A58A-D9A78CFE0B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AB2749-ABD7-4317-A8E4-ED16E05682A6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73104-85B3-4739-9301-169A166E25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526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52600"/>
            <a:ext cx="4038600" cy="4411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2C3C6-EA04-4E6D-A7AD-FAA93387A5AC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FF54F-B45E-4D77-8676-65AB9C37BC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6F71D3-2813-4675-8AB9-B879BAB9377A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5E0A1-FD81-4E6B-A838-EB466DC7F3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CD67A6-8107-4833-8AAF-A322C50C2EF1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4F2150-CC7A-4937-81BE-1B8C3437FD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61571-43E0-4467-8251-F854D13096ED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4BAAF2-2639-4749-9D1D-8868689C1B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F6B85-911A-48C7-B70F-8BA70CAD9126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53BF6F-3BC5-490E-939A-165A7EF9BE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17040-272D-4A61-B9A8-FABA93BAE425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1DDC87-4B85-4FB6-9DA2-1E776F42CC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5139D-C1BA-4FCD-9D8B-CC67715AC8E3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ED59C-D79A-4AE9-83B3-0E133F4F87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420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420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D6888-F3F3-4A77-8DBB-356F25041EC9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2019D0-9B57-46FD-BFC2-E771E8483BB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52600"/>
            <a:ext cx="8229600" cy="4411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fld id="{09C718AE-F50C-4848-A28A-77965873BD7E}" type="datetime1">
              <a:rPr lang="en-US" altLang="en-US"/>
              <a:pPr>
                <a:defRPr/>
              </a:pPr>
              <a:t>11-Jan-18</a:t>
            </a:fld>
            <a:endParaRPr lang="en-US" altLang="en-US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5600" y="64008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b="1" i="1" smtClean="0"/>
            </a:lvl1pPr>
          </a:lstStyle>
          <a:p>
            <a:pPr>
              <a:defRPr/>
            </a:pPr>
            <a:r>
              <a:rPr lang="en-US" altLang="en-US"/>
              <a:t>Thesis Topic</a:t>
            </a:r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/>
            </a:lvl1pPr>
          </a:lstStyle>
          <a:p>
            <a:pPr>
              <a:defRPr/>
            </a:pPr>
            <a:fld id="{BFC5BEB9-AEDD-45F0-ADE8-F88FE9DBC4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 </a:t>
            </a:r>
            <a:r>
              <a:rPr lang="en-US" altLang="en-US" dirty="0" smtClean="0"/>
              <a:t>Proposal Title   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4400" y="3048000"/>
            <a:ext cx="62484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Student 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Registration No.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Supervisor Name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/>
              <a:t>Department of </a:t>
            </a:r>
            <a:r>
              <a:rPr lang="en-US" altLang="en-US" sz="2400" dirty="0" smtClean="0"/>
              <a:t>Computer Sciences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76F3CA5-DC2D-4E3F-B14A-240FC5DB7204}" type="datetime1">
              <a:rPr lang="en-US" altLang="en-US"/>
              <a:pPr/>
              <a:t>11-Jan-18</a:t>
            </a:fld>
            <a:endParaRPr lang="en-US" altLang="en-US"/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04B4411-C572-4DCF-B978-E5148219B588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Important Points to Follow 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Total Length of Presentation is restricted to 12 slides only. Total number of slides cannot be extended in any case.</a:t>
            </a:r>
          </a:p>
          <a:p>
            <a:pPr eaLnBrk="1" hangingPunct="1"/>
            <a:r>
              <a:rPr lang="en-US" altLang="en-US" sz="2400" smtClean="0"/>
              <a:t>Use this slide layout and design. </a:t>
            </a:r>
          </a:p>
          <a:p>
            <a:pPr eaLnBrk="1" hangingPunct="1"/>
            <a:r>
              <a:rPr lang="en-US" altLang="en-US" sz="2400" smtClean="0"/>
              <a:t>Use the same headings as described in this presentation. If it is absolutely necessary to use your own, use them as sub-headings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1813F7C-F4C7-4F8A-91E8-949324C2962E}" type="datetime1">
              <a:rPr lang="en-US" altLang="en-US"/>
              <a:pPr/>
              <a:t>11-Jan-18</a:t>
            </a:fld>
            <a:endParaRPr lang="en-US" altLang="en-US"/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  <p:sp>
        <p:nvSpPr>
          <p:cNvPr id="51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28D9514-71A7-47C1-AD2C-46996FBCCEA9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Outline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Problem Statement</a:t>
            </a:r>
          </a:p>
          <a:p>
            <a:pPr eaLnBrk="1" hangingPunct="1"/>
            <a:r>
              <a:rPr lang="en-US" altLang="en-US" dirty="0" smtClean="0"/>
              <a:t>Aims and Objectives</a:t>
            </a:r>
          </a:p>
          <a:p>
            <a:pPr eaLnBrk="1" hangingPunct="1"/>
            <a:r>
              <a:rPr lang="en-US" altLang="en-US" dirty="0" smtClean="0"/>
              <a:t>Introduction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Methodology </a:t>
            </a:r>
          </a:p>
          <a:p>
            <a:pPr eaLnBrk="1" hangingPunct="1"/>
            <a:r>
              <a:rPr lang="en-US" altLang="en-US" dirty="0" smtClean="0"/>
              <a:t>Results &amp; Discussion </a:t>
            </a:r>
          </a:p>
          <a:p>
            <a:pPr eaLnBrk="1" hangingPunct="1"/>
            <a:r>
              <a:rPr lang="en-US" altLang="en-US" dirty="0" smtClean="0"/>
              <a:t>Conclusion &amp; Future Studies</a:t>
            </a:r>
          </a:p>
          <a:p>
            <a:pPr eaLnBrk="1" hangingPunct="1"/>
            <a:r>
              <a:rPr lang="en-US" altLang="en-US" dirty="0" smtClean="0"/>
              <a:t>References</a:t>
            </a:r>
          </a:p>
          <a:p>
            <a:pPr eaLnBrk="1" hangingPunct="1"/>
            <a:endParaRPr lang="en-US" altLang="en-US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C24BE45-9672-4ECA-9AB2-C0AC69BFA8F6}" type="datetime1">
              <a:rPr lang="en-US" altLang="en-US"/>
              <a:pPr/>
              <a:t>11-Jan-18</a:t>
            </a:fld>
            <a:endParaRPr lang="en-US" altLang="en-US"/>
          </a:p>
        </p:txBody>
      </p:sp>
      <p:sp>
        <p:nvSpPr>
          <p:cNvPr id="61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8DA8451-9D46-4F55-8AF0-68484E82EC14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Problem Statement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1 slide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AC782DC-85FF-47EB-984B-4E94ACF0A85F}" type="datetime1">
              <a:rPr lang="en-US" altLang="en-US"/>
              <a:pPr/>
              <a:t>11-Jan-18</a:t>
            </a:fld>
            <a:endParaRPr lang="en-US" altLang="en-US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26514D2-1ED3-4803-96E6-353A271EE996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Aims &amp; Objectives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1 slide maximum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061830D-EE20-4978-8216-ACEE0C233FC2}" type="datetime1">
              <a:rPr lang="en-US" altLang="en-US"/>
              <a:pPr/>
              <a:t>11-Jan-18</a:t>
            </a:fld>
            <a:endParaRPr lang="en-US" altLang="en-US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62D36AE-9197-4C7F-9AC9-8E58F09538E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dirty="0" smtClean="0"/>
              <a:t>Introduction</a:t>
            </a:r>
            <a:endParaRPr lang="en-US" altLang="en-US" dirty="0" smtClean="0"/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2 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85BF692-77CA-40CD-8285-FEAEA47698CF}" type="datetime1">
              <a:rPr lang="en-US" altLang="en-US"/>
              <a:pPr/>
              <a:t>11-Jan-18</a:t>
            </a:fld>
            <a:endParaRPr lang="en-US" altLang="en-US"/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B27E715-8D8B-492C-A254-1E67DA219FDF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dirty="0" smtClean="0"/>
              <a:t>Methodology</a:t>
            </a:r>
            <a:endParaRPr lang="en-US" altLang="en-US" dirty="0" smtClean="0"/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5 </a:t>
            </a:r>
            <a:r>
              <a:rPr lang="en-US" altLang="en-US" dirty="0" smtClean="0"/>
              <a:t>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CFAEDAC-8F83-4A0E-9275-3AC03E30CD5E}" type="datetime1">
              <a:rPr lang="en-US" altLang="en-US"/>
              <a:pPr/>
              <a:t>11-Jan-18</a:t>
            </a:fld>
            <a:endParaRPr lang="en-US" altLang="en-US"/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AADCC3E-0528-421C-95D1-EAA6FAB6CDD5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smtClean="0"/>
              <a:t>Results and Discussion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2-4 </a:t>
            </a:r>
            <a:r>
              <a:rPr lang="en-US" altLang="en-US" dirty="0" smtClean="0"/>
              <a:t>slide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/>
          <p:cNvSpPr>
            <a:spLocks noGrp="1"/>
          </p:cNvSpPr>
          <p:nvPr>
            <p:ph type="dt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16B4EEC-7D92-43E3-9DF5-5E76824E7D85}" type="datetime1">
              <a:rPr lang="en-US" altLang="en-US"/>
              <a:pPr/>
              <a:t>11-Jan-18</a:t>
            </a:fld>
            <a:endParaRPr lang="en-US" altLang="en-US"/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40C14AA-8547-4F0A-90A7-45760F8F5935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742950" indent="-742950" eaLnBrk="1" hangingPunct="1"/>
            <a:r>
              <a:rPr lang="en-US" altLang="en-US" smtClean="0"/>
              <a:t>Conclusion and Future Studies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2-4 slides maximum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5600" y="6400800"/>
            <a:ext cx="3352800" cy="3048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en-US" dirty="0" smtClean="0"/>
              <a:t>Project Title</a:t>
            </a:r>
            <a:endParaRPr lang="en-US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115</TotalTime>
  <Words>151</Words>
  <Application>Microsoft PowerPoint</Application>
  <PresentationFormat>On-screen Show 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Wingdings</vt:lpstr>
      <vt:lpstr>Times New Roman</vt:lpstr>
      <vt:lpstr>Network</vt:lpstr>
      <vt:lpstr> Proposal Title   </vt:lpstr>
      <vt:lpstr>Important Points to Follow </vt:lpstr>
      <vt:lpstr>Outline</vt:lpstr>
      <vt:lpstr>Problem Statement</vt:lpstr>
      <vt:lpstr>Aims &amp; Objectives</vt:lpstr>
      <vt:lpstr>Introduction</vt:lpstr>
      <vt:lpstr>Methodology</vt:lpstr>
      <vt:lpstr>Results and Discussion</vt:lpstr>
      <vt:lpstr>Conclusion and Future Studies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SiDrA22</dc:creator>
  <cp:lastModifiedBy>Zaroon</cp:lastModifiedBy>
  <cp:revision>29</cp:revision>
  <cp:lastPrinted>1601-01-01T00:00:00Z</cp:lastPrinted>
  <dcterms:created xsi:type="dcterms:W3CDTF">1601-01-01T00:00:00Z</dcterms:created>
  <dcterms:modified xsi:type="dcterms:W3CDTF">2018-01-11T10:49:05Z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