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4" r:id="rId3"/>
    <p:sldId id="259" r:id="rId4"/>
    <p:sldId id="257" r:id="rId5"/>
    <p:sldId id="258" r:id="rId6"/>
    <p:sldId id="266" r:id="rId7"/>
    <p:sldId id="268" r:id="rId8"/>
    <p:sldId id="260" r:id="rId9"/>
    <p:sldId id="269" r:id="rId10"/>
    <p:sldId id="261" r:id="rId11"/>
    <p:sldId id="26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6B26DC6-4263-4D57-9CE1-9A6D8676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C889E23-D393-43A9-A821-BBE14F95A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15B49D-9933-4BEF-9F0E-157F67ABB56A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00800"/>
            <a:ext cx="3581400" cy="304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F60B88-C134-4329-ABFC-9CF2CC6558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0E76-42FA-4446-8316-D0469320A1F5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393D6-1E74-4180-A58A-D9A78CFE0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B2749-ABD7-4317-A8E4-ED16E05682A6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3104-85B3-4739-9301-169A166E2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2C3C6-EA04-4E6D-A7AD-FAA93387A5AC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FF54F-B45E-4D77-8676-65AB9C37B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F71D3-2813-4675-8AB9-B879BAB9377A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E0A1-FD81-4E6B-A838-EB466DC7F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67A6-8107-4833-8AAF-A322C50C2EF1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F2150-CC7A-4937-81BE-1B8C3437F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1571-43E0-4467-8251-F854D13096ED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BAAF2-2639-4749-9D1D-8868689C1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6B85-911A-48C7-B70F-8BA70CAD9126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3BF6F-3BC5-490E-939A-165A7EF9B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17040-272D-4A61-B9A8-FABA93BAE425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DDC87-4B85-4FB6-9DA2-1E776F42C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139D-C1BA-4FCD-9D8B-CC67715AC8E3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D59C-D79A-4AE9-83B3-0E133F4F87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42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42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6888-F3F3-4A77-8DBB-356F25041EC9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19D0-9B57-46FD-BFC2-E771E8483B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09C718AE-F50C-4848-A28A-77965873BD7E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 i="1" smtClean="0"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BFC5BEB9-AEDD-45F0-ADE8-F88FE9DBC4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FYP Title  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Student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Registration No.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Supervisor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Department of Computer Sciences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13F7C-F4C7-4F8A-91E8-949324C2962E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8D9514-71A7-47C1-AD2C-46996FBCCEA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6891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318" y="845112"/>
            <a:ext cx="8382000" cy="5287962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  <a:p>
            <a:pPr eaLnBrk="1" hangingPunct="1"/>
            <a:r>
              <a:rPr lang="en-US" altLang="en-US" dirty="0"/>
              <a:t>Problem Statement &amp; Objectives </a:t>
            </a:r>
          </a:p>
          <a:p>
            <a:pPr eaLnBrk="1" hangingPunct="1"/>
            <a:r>
              <a:rPr lang="en-US" altLang="en-US" dirty="0"/>
              <a:t>Proposed System architecture</a:t>
            </a:r>
          </a:p>
          <a:p>
            <a:pPr eaLnBrk="1" hangingPunct="1"/>
            <a:r>
              <a:rPr lang="en-US" altLang="en-US" dirty="0"/>
              <a:t>Database &amp; Technologies used</a:t>
            </a:r>
          </a:p>
          <a:p>
            <a:pPr eaLnBrk="1" hangingPunct="1"/>
            <a:r>
              <a:rPr lang="en-US" altLang="en-US" dirty="0"/>
              <a:t>Implementation work </a:t>
            </a:r>
          </a:p>
          <a:p>
            <a:pPr eaLnBrk="1" hangingPunct="1"/>
            <a:r>
              <a:rPr lang="en-US" altLang="en-US" dirty="0"/>
              <a:t>Testing &amp; Validation</a:t>
            </a:r>
          </a:p>
          <a:p>
            <a:pPr eaLnBrk="1" hangingPunct="1"/>
            <a:r>
              <a:rPr lang="en-US" altLang="en-US" dirty="0"/>
              <a:t>Results &amp; Conclusion </a:t>
            </a:r>
          </a:p>
          <a:p>
            <a:pPr eaLnBrk="1" hangingPunct="1"/>
            <a:r>
              <a:rPr lang="en-US" altLang="en-US" dirty="0"/>
              <a:t>Future Enhancement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61830D-EE20-4978-8216-ACEE0C233FC2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2D36AE-9197-4C7F-9AC9-8E58F09538E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/>
              <a:t>Introduction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4BE45-9672-4ECA-9AB2-C0AC69BFA8F6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DA8451-9D46-4F55-8AF0-68484E82EC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Problem Statement &amp; Objectives 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C782DC-85FF-47EB-984B-4E94ACF0A85F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6514D2-1ED3-4803-96E6-353A271EE99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Proposed System architecture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 slide maximum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677428"/>
            <a:ext cx="7543800" cy="1295400"/>
          </a:xfrm>
        </p:spPr>
        <p:txBody>
          <a:bodyPr/>
          <a:lstStyle/>
          <a:p>
            <a:r>
              <a:rPr lang="en-US" altLang="en-US" dirty="0"/>
              <a:t>Database &amp; Technologies used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2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6741"/>
            <a:ext cx="7543800" cy="1295400"/>
          </a:xfrm>
        </p:spPr>
        <p:txBody>
          <a:bodyPr/>
          <a:lstStyle/>
          <a:p>
            <a:r>
              <a:rPr lang="en-US" altLang="en-US" dirty="0"/>
              <a:t>Implementation work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2-3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21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5BF692-77CA-40CD-8285-FEAEA47698CF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7E715-8D8B-492C-A254-1E67DA219FD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779494"/>
            <a:ext cx="8534400" cy="1295400"/>
          </a:xfrm>
        </p:spPr>
        <p:txBody>
          <a:bodyPr/>
          <a:lstStyle/>
          <a:p>
            <a:pPr marL="742950" indent="-742950" eaLnBrk="1" hangingPunct="1"/>
            <a:r>
              <a:rPr lang="en-US" altLang="en-US" dirty="0"/>
              <a:t>Testing &amp; Validation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788459"/>
            <a:ext cx="7543800" cy="1295400"/>
          </a:xfrm>
        </p:spPr>
        <p:txBody>
          <a:bodyPr/>
          <a:lstStyle/>
          <a:p>
            <a:r>
              <a:rPr lang="en-US" altLang="en-US" dirty="0"/>
              <a:t>Results &amp; Conclusion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5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AEDAC-8F83-4A0E-9275-3AC03E30CD5E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ADCC3E-0528-421C-95D1-EAA6FAB6CDD5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Future Enhancement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6F3CA5-DC2D-4E3F-B14A-240FC5DB7204}" type="datetime1">
              <a:rPr lang="en-US" altLang="en-US"/>
              <a:pPr/>
              <a:t>7/27/2026</a:t>
            </a:fld>
            <a:endParaRPr lang="en-US" altLang="en-US" dirty="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4B4411-C572-4DCF-B978-E5148219B58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Important Points to Follow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Total Length of Presentation is restricted to 12 slides only. Total number of slides cannot be extended in any case.</a:t>
            </a:r>
          </a:p>
          <a:p>
            <a:pPr eaLnBrk="1" hangingPunct="1"/>
            <a:r>
              <a:rPr lang="en-US" altLang="en-US" sz="2400"/>
              <a:t>Use this slide layout and design. </a:t>
            </a:r>
          </a:p>
          <a:p>
            <a:pPr eaLnBrk="1" hangingPunct="1"/>
            <a:r>
              <a:rPr lang="en-US" altLang="en-US" sz="2400"/>
              <a:t>Use the same headings as described in this presentation. If it is absolutely necessary to use your own, use them as sub-headings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162</TotalTime>
  <Words>192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</vt:lpstr>
      <vt:lpstr>Network</vt:lpstr>
      <vt:lpstr> FYP Title   </vt:lpstr>
      <vt:lpstr>Outline</vt:lpstr>
      <vt:lpstr>Introduction</vt:lpstr>
      <vt:lpstr>Problem Statement &amp; Objectives </vt:lpstr>
      <vt:lpstr>Proposed System architecture</vt:lpstr>
      <vt:lpstr>Database &amp; Technologies used   </vt:lpstr>
      <vt:lpstr>Implementation work    </vt:lpstr>
      <vt:lpstr>Testing &amp; Validation   </vt:lpstr>
      <vt:lpstr>Results &amp; Conclusion    </vt:lpstr>
      <vt:lpstr>Future Enhancement</vt:lpstr>
      <vt:lpstr>Important Points to Follow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SiDrA22</dc:creator>
  <cp:lastModifiedBy>Muhammad Noman Sohail</cp:lastModifiedBy>
  <cp:revision>36</cp:revision>
  <cp:lastPrinted>1601-01-01T00:00:00Z</cp:lastPrinted>
  <dcterms:created xsi:type="dcterms:W3CDTF">1601-01-01T00:00:00Z</dcterms:created>
  <dcterms:modified xsi:type="dcterms:W3CDTF">2026-07-27T07:49:58Z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