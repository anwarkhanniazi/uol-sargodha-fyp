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4" r:id="rId3"/>
    <p:sldId id="259" r:id="rId4"/>
    <p:sldId id="257" r:id="rId5"/>
    <p:sldId id="258" r:id="rId6"/>
    <p:sldId id="266" r:id="rId7"/>
    <p:sldId id="268" r:id="rId8"/>
    <p:sldId id="260" r:id="rId9"/>
    <p:sldId id="261" r:id="rId10"/>
    <p:sldId id="265" r:id="rId11"/>
    <p:sldId id="267" r:id="rId12"/>
    <p:sldId id="263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274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6B26DC6-4263-4D57-9CE1-9A6D86765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C889E23-D393-43A9-A821-BBE14F95A8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15B49D-9933-4BEF-9F0E-157F67ABB56A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400800"/>
            <a:ext cx="3581400" cy="304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F60B88-C134-4329-ABFC-9CF2CC6558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D0E76-42FA-4446-8316-D0469320A1F5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393D6-1E74-4180-A58A-D9A78CFE0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B2749-ABD7-4317-A8E4-ED16E05682A6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73104-85B3-4739-9301-169A166E25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2C3C6-EA04-4E6D-A7AD-FAA93387A5AC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FF54F-B45E-4D77-8676-65AB9C37BC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F71D3-2813-4675-8AB9-B879BAB9377A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5E0A1-FD81-4E6B-A838-EB466DC7F3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D67A6-8107-4833-8AAF-A322C50C2EF1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F2150-CC7A-4937-81BE-1B8C3437F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61571-43E0-4467-8251-F854D13096ED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BAAF2-2639-4749-9D1D-8868689C1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F6B85-911A-48C7-B70F-8BA70CAD9126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3BF6F-3BC5-490E-939A-165A7EF9BE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17040-272D-4A61-B9A8-FABA93BAE425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DDC87-4B85-4FB6-9DA2-1E776F42CC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5139D-C1BA-4FCD-9D8B-CC67715AC8E3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ED59C-D79A-4AE9-83B3-0E133F4F87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42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420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D6888-F3F3-4A77-8DBB-356F25041EC9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019D0-9B57-46FD-BFC2-E771E8483B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2600"/>
            <a:ext cx="8229600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09C718AE-F50C-4848-A28A-77965873BD7E}" type="datetime1">
              <a:rPr lang="en-US" altLang="en-US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 i="1" smtClean="0"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BFC5BEB9-AEDD-45F0-ADE8-F88FE9DBC4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 Proposal Title  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Student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Registration No.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Supervisor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Department of Computer Sciences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1813F7C-F4C7-4F8A-91E8-949324C2962E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28D9514-71A7-47C1-AD2C-46996FBCCEA9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Outline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Introduction</a:t>
            </a:r>
          </a:p>
          <a:p>
            <a:pPr eaLnBrk="1" hangingPunct="1"/>
            <a:r>
              <a:rPr lang="en-US" altLang="en-US" dirty="0" smtClean="0"/>
              <a:t>Problem Statement</a:t>
            </a:r>
          </a:p>
          <a:p>
            <a:pPr eaLnBrk="1" hangingPunct="1"/>
            <a:r>
              <a:rPr lang="en-US" altLang="en-US" dirty="0" smtClean="0"/>
              <a:t>Objectives &amp;Scope</a:t>
            </a:r>
          </a:p>
          <a:p>
            <a:pPr eaLnBrk="1" hangingPunct="1"/>
            <a:r>
              <a:rPr lang="en-US" altLang="en-US" dirty="0" smtClean="0"/>
              <a:t>Existing system</a:t>
            </a:r>
          </a:p>
          <a:p>
            <a:pPr eaLnBrk="1" hangingPunct="1"/>
            <a:r>
              <a:rPr lang="en-US" altLang="en-US" dirty="0" smtClean="0"/>
              <a:t>Proposed Solution</a:t>
            </a:r>
          </a:p>
          <a:p>
            <a:pPr eaLnBrk="1" hangingPunct="1"/>
            <a:r>
              <a:rPr lang="en-US" altLang="en-US" dirty="0" smtClean="0"/>
              <a:t>Methodology </a:t>
            </a:r>
          </a:p>
          <a:p>
            <a:pPr eaLnBrk="1" hangingPunct="1"/>
            <a:r>
              <a:rPr lang="en-US" altLang="en-US" dirty="0" smtClean="0"/>
              <a:t>Results &amp; Discussion </a:t>
            </a:r>
          </a:p>
          <a:p>
            <a:pPr eaLnBrk="1" hangingPunct="1"/>
            <a:r>
              <a:rPr lang="en-US" altLang="en-US" dirty="0" smtClean="0"/>
              <a:t>Conclusion &amp; Future Studies</a:t>
            </a:r>
          </a:p>
          <a:p>
            <a:pPr eaLnBrk="1" hangingPunct="1"/>
            <a:r>
              <a:rPr lang="en-US" altLang="en-US" dirty="0" smtClean="0"/>
              <a:t>References</a:t>
            </a:r>
          </a:p>
          <a:p>
            <a:pPr eaLnBrk="1" hangingPunct="1"/>
            <a:endParaRPr lang="en-US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061830D-EE20-4978-8216-ACEE0C233FC2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2D36AE-9197-4C7F-9AC9-8E58F09538E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 smtClean="0"/>
              <a:t>Introduction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24BE45-9672-4ECA-9AB2-C0AC69BFA8F6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DA8451-9D46-4F55-8AF0-68484E82EC1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Problem Statement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1 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C782DC-85FF-47EB-984B-4E94ACF0A85F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6514D2-1ED3-4803-96E6-353A271EE99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Aims &amp; Objectives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1 slide maximum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Existing system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Thesis Topic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47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Proposed Solution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Thesis Topic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321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85BF692-77CA-40CD-8285-FEAEA47698CF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27E715-8D8B-492C-A254-1E67DA219FD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 smtClean="0"/>
              <a:t>Methodology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</a:t>
            </a:r>
            <a:r>
              <a:rPr lang="en-US" altLang="en-US" dirty="0" smtClean="0"/>
              <a:t>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CFAEDAC-8F83-4A0E-9275-3AC03E30CD5E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ADCC3E-0528-421C-95D1-EAA6FAB6CDD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smtClean="0"/>
              <a:t>Results and Discussion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 </a:t>
            </a:r>
            <a:r>
              <a:rPr lang="en-US" altLang="en-US" dirty="0" smtClean="0"/>
              <a:t>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16B4EEC-7D92-43E3-9DF5-5E76824E7D85}" type="datetime1">
              <a:rPr lang="en-US" altLang="en-US"/>
              <a:pPr/>
              <a:t>7/26/2026</a:t>
            </a:fld>
            <a:endParaRPr lang="en-US" altLang="en-US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40C14AA-8547-4F0A-90A7-45760F8F593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smtClean="0"/>
              <a:t>Conclusion and Future Studies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 </a:t>
            </a:r>
            <a:r>
              <a:rPr lang="en-US" altLang="en-US" dirty="0" smtClean="0"/>
              <a:t>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7/26/2026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Thesis Topic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145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76F3CA5-DC2D-4E3F-B14A-240FC5DB7204}" type="datetime1">
              <a:rPr lang="en-US" altLang="en-US"/>
              <a:pPr/>
              <a:t>7/26/2026</a:t>
            </a:fld>
            <a:endParaRPr lang="en-US" altLang="en-US" dirty="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04B4411-C572-4DCF-B978-E5148219B58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Important Points to Follow 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Total Length of Presentation is restricted to 12 slides only. Total number of slides cannot be extended in any case.</a:t>
            </a:r>
          </a:p>
          <a:p>
            <a:pPr eaLnBrk="1" hangingPunct="1"/>
            <a:r>
              <a:rPr lang="en-US" altLang="en-US" sz="2400" smtClean="0"/>
              <a:t>Use this slide layout and design. </a:t>
            </a:r>
          </a:p>
          <a:p>
            <a:pPr eaLnBrk="1" hangingPunct="1"/>
            <a:r>
              <a:rPr lang="en-US" altLang="en-US" sz="2400" smtClean="0"/>
              <a:t>Use the same headings as described in this presentation. If it is absolutely necessary to use your own, use them as sub-headings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125</TotalTime>
  <Words>178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Wingdings</vt:lpstr>
      <vt:lpstr>Network</vt:lpstr>
      <vt:lpstr> Proposal Title   </vt:lpstr>
      <vt:lpstr>Outline</vt:lpstr>
      <vt:lpstr>Introduction</vt:lpstr>
      <vt:lpstr>Problem Statement</vt:lpstr>
      <vt:lpstr>Aims &amp; Objectives</vt:lpstr>
      <vt:lpstr>Existing system </vt:lpstr>
      <vt:lpstr>Proposed Solution </vt:lpstr>
      <vt:lpstr>Methodology</vt:lpstr>
      <vt:lpstr>Results and Discussion</vt:lpstr>
      <vt:lpstr>Conclusion and Future Studies</vt:lpstr>
      <vt:lpstr>References </vt:lpstr>
      <vt:lpstr>Important Points to Follow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SiDrA22</dc:creator>
  <cp:lastModifiedBy>uol</cp:lastModifiedBy>
  <cp:revision>31</cp:revision>
  <cp:lastPrinted>1601-01-01T00:00:00Z</cp:lastPrinted>
  <dcterms:created xsi:type="dcterms:W3CDTF">1601-01-01T00:00:00Z</dcterms:created>
  <dcterms:modified xsi:type="dcterms:W3CDTF">2026-07-26T14:10:24Z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